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10B981"/>
                </a:solidFill>
              </a:defRPr>
            </a:pPr>
            <a:r>
              <a:t>PAASEL</a:t>
            </a:r>
          </a:p>
          <a:p>
            <a:pPr>
              <a:spcAft>
                <a:spcPts val="1500"/>
              </a:spcAft>
              <a:defRPr sz="2800" b="1">
                <a:solidFill>
                  <a:srgbClr val="F8FAFC"/>
                </a:solidFill>
              </a:defRPr>
            </a:pPr>
            <a:r>
              <a:t>Business Plan &amp; Financial Growth Model</a:t>
            </a:r>
          </a:p>
          <a:p>
            <a:pPr>
              <a:spcAft>
                <a:spcPts val="3000"/>
              </a:spcAft>
              <a:defRPr sz="1600">
                <a:solidFill>
                  <a:srgbClr val="94A3B8"/>
                </a:solidFill>
              </a:defRPr>
            </a:pPr>
            <a:r>
              <a:t>Empowering Local Kirana Stores through a Zero-Commission Hyperlocal Delivery Platform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Presented by theScaleOn  |  engg.aman7djp@gmail.com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— High-Volume Hyperlocal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🏪 Zero Commission for Shops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Shops pay a flat ₹249/month subscription instead of losing 20-30% margin to dark stores. 100% item revenue stays with shopkeepers.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🛵 Parallel Multi-Order Batching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Riders deliver 2-3 orders per batch along shared routes, boosting rider payouts to ₹50–₹75+ per run while ensuring fast 30-min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📊 Transparent Pricing &amp; Margin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Flat ₹34 customer fee, ₹25 rider payout, leaving ₹9 pure net profit per order for Paasel. Predictable, positive unit economics from Day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🛡️ Enterprise Fraud Defense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Double-OTP security (Shop Pickup OTP + Customer Delivery OTP) + required packing photo proof eliminate delivery claims and losses.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 — Traditional Retail Under Siege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01. Kirana Stores Being Erased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Quick-Commerce giants (Blinkit, Zepto, Swiggy) bypass local retail stores using dark warehouses, destroying neighborhood businesses.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02. Exorbitant 20-30% Commissions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Existing aggregator platforms charge 20% to 30% per order, eating up the thin margins of small grocery merchants.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03. Customer Price Inflation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High platform fees and hidden handling charges force customers to pay significantly inflated prices for basic household goods.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04. Rider Underpayment &amp; Churn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Delivery partners face low per-order payouts and long delivery radiuses, leading to high driver frustration and fleet turnover.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Operational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Step 1: Order Placement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Customer selects items from nearby Kirana (&lt;4km) &amp; receives 4-digit Delivery OTP.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011680"/>
            <a:ext cx="20116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Step 2: Packing Proof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Shopkeeper accepts order, packs items, and uploads packing photo via Shop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2011680"/>
            <a:ext cx="20116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Step 3: Route Batching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Celery dispatch engine batches parallel orders on shared routes &amp; offers to nearest rider.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2011680"/>
            <a:ext cx="20116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Step 4: Pickup OTP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Rider arrives at shop &amp; verifies 4-digit Pickup OTP with shopkeeper before takeoff.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2011680"/>
            <a:ext cx="20116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Step 5: Safe Delivery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Rider delivers order, customer verifies Delivery OTP, triggering instant wallet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Growth Strategy — Free Delivery for Orders &lt;₹100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1500"/>
              </a:spcAft>
              <a:defRPr sz="1800" b="1">
                <a:solidFill>
                  <a:srgbClr val="F59E0B"/>
                </a:solidFill>
              </a:defRPr>
            </a:pPr>
            <a:r>
              <a:t>💡 STRATEGIC COMPETITIVE GAP &amp; GROWTH CATALYST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Untapped Small-Ticket Market: Over 70% of daily Kirana purchases are small orders under ₹100 (1 to 5 daily essential items).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Competitor Deficit: Currently, NO Quick-Commerce competitor (Blinkit, Zepto, Swiggy) offers free delivery on orders under ₹100.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Viral User Acquisition: Paasel will offer a Promotional Free Delivery Campaign for small orders during market launch to drive explosive adoption.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Financial Subsidization Engine: Promos are funded through the ₹249/month merchant subscription pool and optimized via multi-order parallel route batching.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Unbeatable Retention: Free delivery on small daily items creates habit-forming customer loyalty and unmatched market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Unit Economics &amp; Single Shop Profit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1800" b="1">
                <a:solidFill>
                  <a:srgbClr val="10B981"/>
                </a:solidFill>
              </a:defRPr>
            </a:pPr>
            <a:r>
              <a:t>📦 Per-Order Fee Breakdown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Customer Delivery Fee: ₹34 (Flat transparent fee)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Delivery Partner Payout: ₹25 (Instant wallet credit)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Paasel Net Margin: ₹9 / order (Pure gross profit)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Rider Multi-Batching: Earns ₹50 - ₹75+ per trip across 2-3 parallel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1800" b="1">
                <a:solidFill>
                  <a:srgbClr val="F59E0B"/>
                </a:solidFill>
              </a:defRPr>
            </a:pPr>
            <a:r>
              <a:t>🏪 Single Shop Monthly Earnings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Monthly Shop Subscription: ₹249 / month (&lt;₹9/day)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Monthly Order Volume: 50 orders / shop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Order Margin Earnings: 50 orders x ₹9 = ₹450 / month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Total Net Profit / Shop: ₹249 + ₹450 = ₹699 / month net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Financial Scaling &amp; Growth Projections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Scale Phase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Active Shops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Monthly Orders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Subscription (₹249)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Order Margin (₹9)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Monthly Profit (ARR)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Phase 1 (Target)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 Shops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5,000 orders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₹24,900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₹45,000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₹69,900 (~₹8.38 Lakhs)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Phase 2 (Growth)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150 Shops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7,500 orders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₹37,350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₹67,500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₹1,04,850 (~₹12.58 Lakhs)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Phase 3 (Expansion)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500 Shops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25,000 orders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₹1,24,500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₹2,25,000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₹3,49,500 (~₹41.94 Lakhs)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Phase 4 (City Scale)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2,000 Shops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1,00,000 orders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₹4,98,000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₹9,00,000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₹13,98,000 (~₹1.67 Crores)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Phase 5 (Multi-City)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5,000 Shops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2,50,000 orders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₹12,45,000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₹22,50,000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₹34,95,000 (~₹4.19 Crores)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Competitive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📍 PostGIS 4km Spatial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Strict geographic spatial indexing prevents unfulfillable delivery radiuses and keeps latency under 30 mins.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⚡ Redis &amp; Celery Dispatch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High-concurrency worker engine evaluates multi-order parallel routes &amp; cascades 35-sec driver offers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🔒 Double OTP Security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Requires 4-digit Pickup OTP from shopkeeper and 4-digit Delivery OTP from customer, making fraud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💳 Razorpay Route Split Settlement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Automated split engine routes item sales to shop accounts, delivery payouts to rider wallets, and platform margin to Paasel.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PAASEL 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Capital Deployment &amp; Growth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40% — Merchant &amp; Customer Acquisition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Field onboarding teams, Kirana merchant standees, and localized launch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30% — Tech &amp; Parallel Route Optimization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Refining AI driver batching algorithms, live tracking, and analytics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20% — Operations &amp; Logistics Setup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Fleet onboarding, regional operational managers, and customer support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10% — Legal, Compliance &amp; Reserve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Licensing, payment gateway reserves, and administrative contingency buffer.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2000"/>
              </a:spcAft>
              <a:defRPr sz="2400" b="1">
                <a:solidFill>
                  <a:srgbClr val="10B981"/>
                </a:solidFill>
              </a:defRPr>
            </a:pPr>
            <a:r>
              <a:t>Join Us in Building the Future of Hyperlocal Retail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• Empowering 12+ Million Kirana Stores across India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• Highly Profitable &amp; Scalable Unit Economics from Day 1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• Production-Ready Technology Stack (Flutter + FastAPI + PostGIS)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Direct Contact: engg.aman7djp@gmail.com</a:t>
            </a:r>
          </a:p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Repository: https://github.com/amangovindrao/passel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